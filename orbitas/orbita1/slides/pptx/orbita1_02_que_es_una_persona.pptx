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Personas: qué son y cómo se construyen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es una síntesis de investigación real, respaldada por datos concretos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CUÁNDO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real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comportamiento, motivaciones y contextos, sintetizados de entrevistas y encuestas.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Demografía opcional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edad o foto ayudan a visualizar, pero no orientan ninguna decisión.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sirve si te obliga a tomar decisiones que no habrías tomado sin ella.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SÍNTOMAS DE UNA PERSONA QUE NO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ideal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Motivaciones y frustraciones que encajan perfectamente con el producto.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datos demográficos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con nombre, foto y edad, sin ningún detalle de comportamiento.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 perfecta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reales se contradicen. Sin contradicción interna, sospecha.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PRIMARIA Y SECUNDARIAS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primaria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quien diseñas primero. Sus necesidades determinan las decisiones fundamentales.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secundarias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Añaden matices, pero no pueden contradecir lo decidido para la primaria.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CONSTRUYE: LOS CUATRO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qué quieres entender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contexto, comportamiento y fricción.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Recoge datos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con Tally, entrevistas abiertas, test de 5 segundos con Lyssna.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Sintetiza los hallazgos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mapping: agrupar por afinidad, sin forzar categorías propias.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Redacta la ficha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cita, contexto de uso, objetivos y frustraciones.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DE LA INVESTIGACIÓN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sabe para qué se van a usar sus respuestas y lo acepta.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Anonimización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interesa son los patrones, no las identidades.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DE LA PERSONA CON DIVERSIDAD FUNCIONAL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diversidad funcional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motora, cognitiva o auditiva.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 apoyo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 de pantalla, navegación por teclado, control por voz.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sistema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Contraste, tamaño de texto, tiempo de espera configurado.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valida una persona es su origen: poder señalar qué dato de investigación respalda cada atributo. El criterio de decisión, incluso usando IA, siempre es tuyo.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2026-09-23T05:18:45Z</dcterms:created>
  <dcterms:modified xsi:type="dcterms:W3CDTF">2026-09-23T05:18:45Z</dcterms:modified>
</cp:coreProperties>
</file>