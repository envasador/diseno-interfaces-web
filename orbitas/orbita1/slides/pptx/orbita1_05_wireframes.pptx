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flujo al wireframe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 el flujo en pantallas, sin entrar todavía en diseño visual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WIREFRAME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 de decisión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la estructura de cada pantalla antes de invertir en tipografía o color.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pantallas wireframear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las del happy path, más los estados de error críticos para tu persona.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CONVENCIONES LO-FI EN FIGMA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grises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Negro, blanco y un gris medio. Nada más.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tipografía real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horizontales para el cuerpo de texto; los títulos sí pueden escribirse.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Nombrar cada frame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paso del user flow al que corresponde, para mantener la trazabilidad.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 DESPUÉS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decide todavía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Fuentes, colores y espaciado exacto son decisiones de la Órbita 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navegable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conectados con interacciones básicas, testeado con Lyssna.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wireframe traduce el flujo en pantallas sin decisiones visuales. El prototipo valida que el camino funciona antes de invertir en diseño visual.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2026-09-23T05:18:45Z</dcterms:created>
  <dcterms:modified xsi:type="dcterms:W3CDTF">2026-09-23T05:18:45Z</dcterms:modified>
</cp:coreProperties>
</file>