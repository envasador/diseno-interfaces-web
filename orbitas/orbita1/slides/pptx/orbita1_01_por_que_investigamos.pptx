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investigamos antes de diseñar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investigación da la información antes de tomar las decisiones, no después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NO ERES EL USUARIO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mental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Norman: cada persona construye su propio modelo de cómo funciona algo.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coincide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modelo y el del usuario no coinciden, se pierde, se frustra y se va.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 diseñas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reales con contextos y objetivos concretos, no un usuario genérico.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LEYES DE UX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Hick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opciones significan más tiempo para decidir.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Fitts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98064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cuesta alcanzar, se usa menos.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Jakob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67328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espera que tu diseño se parezca a los que ya conoce.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16552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Tesler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36592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complejidad no desaparece: la gestiona el diseño o la asume el usuario.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Miller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05856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maneja bien entre 5 y 9 elementos a la vez.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LA INVESTIGACIÓN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ayudar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notas, generar preguntas de guión, identificar patrones.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puede investigar por ti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Hablar con las personas ni observar su comportamiento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CHANGELOG.md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uso de IA se documenta: qué pediste, qué generó, qué cambiaste.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esta órbita tendrás el brief, las personas, los user flows y el sitemap. Cada decisión posterior debe justificarse señalando algo construido aquí.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