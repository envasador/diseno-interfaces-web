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0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una persona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persona es una síntesis de investigación real, no un personaje inventado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Y CUÁNDO FUNCIONA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Investigación real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de comportamiento, motivaciones y contextos, sintetizados de entrevistas y encuestas.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Demografía opcional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edad o foto ayudan a visualizar, pero no orientan ninguna decisión.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criterio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persona sirve si te obliga a tomar decisiones que no habrías tomado sin ella.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SÍNTOMAS DE UNA PERSONA QUE NO FUNCIONA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usuario ideal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Motivaciones y frustraciones que encajan perfectamente con el producto.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demografía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con nombre, foto y edad, sin ningún detalle de comportamiento.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Coherencia perfecta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reales se contradicen. Sin contradicción interna, sospecha.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PRIMARIA Y SECUNDARIAS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primaria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quien diseñas primero. Sus necesidades determinan las decisiones fundamentales.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secundarias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Añaden matices, pero no pueden contradecir lo decidido para la primaria.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valida una persona es su origen: poder señalar qué dato de investigación respalda cada atributo.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2026-09-22T16:48:48Z</dcterms:created>
  <dcterms:modified xsi:type="dcterms:W3CDTF">2026-09-22T16:48:48Z</dcterms:modified>
</cp:coreProperties>
</file>