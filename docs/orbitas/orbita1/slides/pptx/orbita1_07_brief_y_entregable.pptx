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APARTADO 7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brief y el entregable de la órbita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E1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primero en orden lógico, el último en cerrarse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Conocer a las personas · Diseño de Interfaces Web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CONTIENE EL BRIEF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Respaldado por la investigación, no por una suposición.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7203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203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6746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alcance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04038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entra y qué queda fuera, acotado por las tareas críticas.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personas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25196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Referenciadas con una línea que resume quién es cada una.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1435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1435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0977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criterios de éxito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463540"/>
            <a:ext cx="102412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Afirmaciones verificables sobre las personas, guión de los tests de la Órbita 5.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ENTREGABLE COMPLETO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FigJam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de proyecto, fichas de personas, user flows y sitemap.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Figma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lo-fi y prototipo navegable, vinculados entre sí.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EVALÚA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rúbrica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los artefactos entregados.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auditoría de decisión oral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porqué de cada decisión, anclado en datos de investigación.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3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LLEVAS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artefacto con errores formales pero bien justificado vale más que uno impecable que no sabes defender.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2026-09-22T16:30:46Z</dcterms:created>
  <dcterms:modified xsi:type="dcterms:W3CDTF">2026-09-22T16:30:46Z</dcterms:modified>
</cp:coreProperties>
</file>