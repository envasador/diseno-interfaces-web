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construye una persona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pasos. El riesgo en cada uno es el mismo: atajar con suposiciones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PASOS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Define qué quieres entender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de contexto, comportamiento y fricción.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46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Recoge datos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038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Encuestas con Tally, entrevistas abiertas, test de 5 segundos con Lyssna.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Sintetiza los hallazgos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Affinity mapping: agrupar por afinidad, sin forzar categorías propias.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977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Redacta la ficha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6354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cita, contexto de uso, objetivos y frustraciones.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DE LA INVESTIGACIÓN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Consentimiento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sabe para qué se van a usar sus respuestas y lo acepta.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Anonimización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interesa son los patrones, no las identidades.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FICHA DE LA PERSONA CON DIVERSIDAD FUNCIONAL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diversidad funcional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Visual, motora, cognitiva o auditiva.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de apoyo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Lector de pantalla, navegación por teclado, control por voz.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de sistema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Contraste, tamaño de texto, tiempo de espera configurado.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criterio de decisión siempre es tuyo. Si usas IA para sintetizar u organizar notas, se documenta en el CHANGELOG.md.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2026-09-22T16:48:48Z</dcterms:created>
  <dcterms:modified xsi:type="dcterms:W3CDTF">2026-09-22T16:48:48Z</dcterms:modified>
</cp:coreProperties>
</file>