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05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investigamos antes de diseñar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D5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investigación da la información antes de tomar las decisiones, no después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NO ERES EL USUARIO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mental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 Norman: cada persona construye su propio modelo de cómo funciona algo.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no coincide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tu modelo y el del usuario no coinciden, se pierde, se frustra y se va.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quién diseñas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Perfiles reales con contextos y objetivos concretos, no un usuario genérico.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LEYES DE UX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de Hick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opciones significan más tiempo para decidir.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78024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78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43230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de Fitts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798064"/>
            <a:ext cx="102412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cuesta alcanzar, se usa menos.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47288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447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40156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de Jakob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67328"/>
            <a:ext cx="102412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usuario espera que tu diseño se parezca a los que ya conoce.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16552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16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3708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de Tesler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36592"/>
            <a:ext cx="102412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complejidad no desaparece: la gestiona el diseño o la asume el usuario.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385816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385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534009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de Miller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705856"/>
            <a:ext cx="102412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cerebro maneja bien entre 5 y 9 elementos a la vez.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EN LA INVESTIGACIÓN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ayudar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notas, generar preguntas de guión, identificar patrones.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puede investigar por ti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Hablar con las personas ni observar su comportamiento real.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CHANGELOG.md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uso de IA se documenta: qué pediste, qué generó, qué cambiaste.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terminar esta órbita tendrás el brief, las personas, los user flows y el sitemap. Cada decisión posterior debe justificarse señalando algo construido aquí.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2026-09-22T16:34:56Z</dcterms:created>
  <dcterms:modified xsi:type="dcterms:W3CDTF">2026-09-22T16:34:56Z</dcterms:modified>
</cp:coreProperties>
</file>