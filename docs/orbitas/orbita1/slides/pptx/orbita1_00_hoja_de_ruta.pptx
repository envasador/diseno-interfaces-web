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Hoja de ruta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E1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ocho pasos de la Órbita 1 (~23h orientativas)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 · Conocer a las personas · Diseño de Interfaces Web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PRODUCE ESTA ÓRBITA (I)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de proyecto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Problema, alcance y criterios de éxito. Referencia permanente del proyecto.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0784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4424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perfiles con diversidad funcional incluida. Filtro de decisiones en todas las órbitas.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693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flows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05968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Flujos de las tareas críticas con casos límite anotados.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PRODUCE ESTA ÓRBITA (II)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Sitemap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jerárquica del producto, base de la navegación.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0784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Wireframes lo-fi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4424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Pantallas del happy path en escala de grises.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693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Prototipo navegable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05968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Wireframes conectados con interacciones básicas.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1 A 4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Definir la hipótesis (2h)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formulado como hipótesis provisional. Repositorio con CHANGELOG.md inicializado.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2034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203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6746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Investigar el terreno (3h)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04038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Referentes, test de los cinco segundos y encuesta con Tally.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Entrevistar (4h)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25196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5-6 entrevistas abiertas, con consentimiento y datos anonimizados.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14350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1435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0977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Sintetizar y construir personas (4h)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46354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Affinity mapping y fichas de 2-3 personas en Figma.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5 A 8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Mapear user flows (3h)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path y casos límite, revisados con cada persona.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2034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203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6746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Card sorting y sitemap (2h)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04038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verificada contra los flujos, en 3 niveles o menos.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Wireframear y prototipar (3h)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25196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Wireframes lo-fi y prototipo navegable, testeados con Lyssna.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14350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1435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0977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Cerrar el brief y entregar (2h)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46354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definitivo y CHANGELOG.md completo de la órbita.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3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LLEVAS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horas orientativas. Las entrevistas y la síntesis son las fases que más varían: conviene empezar a reclutar desde el primer día.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2026-09-22T16:30:46Z</dcterms:created>
  <dcterms:modified xsi:type="dcterms:W3CDTF">2026-09-22T16:30:46Z</dcterms:modified>
</cp:coreProperties>
</file>