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de ruta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ocho pasos de la Órbita 1 (~23h orientativas)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 ESTA ÓRBITA (I)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de proyecto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Problema, alcance y criterios de éxito. Referencia permanente del proyecto.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perfiles con diversidad funcional incluida. Filtro de decisiones en todas las órbitas.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flows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 de las tareas críticas con casos límite anotados.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 ESTA ÓRBITA (II)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jerárquica del producto, base de la navegación.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lo-fi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Pantallas del happy path en escala de grises.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navegable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conectados con interacciones básicas.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A 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Definir la hipótesis (2h)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formulado como hipótesis provisional. Repositorio con CHANGELOG.md inicializado.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6746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Investigar el terreno (3h)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4038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Referentes, test de los cinco segundos y encuesta con Tally.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Entrevistar (4h)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5196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5-6 entrevistas abiertas, con consentimiento y datos anonimizados.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0977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Sintetizar y construir personas (4h)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46354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mapping y fichas de 2-3 personas en Figma.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5 A 8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Mapear user flows (3h)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path y casos límite, revisados con cada persona.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6746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Card sorting y sitemap (2h)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4038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verificada contra los flujos, en 3 niveles o menos.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Wireframear y prototipar (3h)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5196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lo-fi y prototipo navegable, testeados con Lyssna.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0977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Cerrar el brief y entregar (2h)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46354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definitivo y CHANGELOG.md completo de la órbita.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horas orientativas. Las entrevistas y la síntesis son las fases que más varían: conviene empezar a reclutar desde el primer día.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