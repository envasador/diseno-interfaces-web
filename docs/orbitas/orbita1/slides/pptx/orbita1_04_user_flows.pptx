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APARTADO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11064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E1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el camino antes de dibujar las pantallas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CF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Órbita 1 · Conocer a las personas · Diseño de Interfaces Web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Y POR QUÉ MAPEAR ANTES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un user flow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recorrido que sigue una persona para conseguir algo en tu aplicación.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antes de las pantallas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pantalla bien resuelta puede formar parte de un flujo que no funciona.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Píldora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entrada o salida del flujo.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24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784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Rectángulo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44424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pantalla o estado.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739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46939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Rombo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5059680"/>
            <a:ext cx="1024128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decisión, con al menos dos ramas que llevan a algún sitio definido.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 FRENTE A CASOS LÍMITE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463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path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288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recorrido ideal. Es el que menos información nueva aporta.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solidFill>
            <a:srgbClr val="E9345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8862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límite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25196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Contraseña incorrecta, conexión cortada, carrito abandonado: aquí está el valor del mapeo.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3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TE LLEVAS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 3 y 5 flujos, con happy path y 2-3 casos límite cada uno. Serán el guión del cognitive walkthrough en la Órbita 5.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2026-09-22T16:30:46Z</dcterms:created>
  <dcterms:modified xsi:type="dcterms:W3CDTF">2026-09-22T16:30:46Z</dcterms:modified>
</cp:coreProperties>
</file>