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283464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486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ÓRBITA 1 · APARTADO 6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94560"/>
            <a:ext cx="11064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flujo al wireframe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2062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E1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Traducir el flujo en pantallas, sin entrar todavía en diseño visual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3093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Órbita 1 · Conocer a las personas · Diseño de Interfaces Web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ES UN WIREFRAME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50292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46304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herramienta de decisión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828800"/>
            <a:ext cx="10241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 la estructura de cada pantalla antes de invertir en tipografía o color.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931920"/>
            <a:ext cx="50292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388620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pantallas wireframear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4251960"/>
            <a:ext cx="10241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las del happy path, más los estados de error críticos para tu persona.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CONVENCIONES LO-FI EN FIGMA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50292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46304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 de grises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828800"/>
            <a:ext cx="10241280" cy="1203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Negro, blanco y un gris medio. Nada más.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124200"/>
            <a:ext cx="50292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3124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307848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tipografía real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3444240"/>
            <a:ext cx="10241280" cy="1203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Líneas horizontales para el cuerpo de texto; los títulos sí pueden escribirse.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739640"/>
            <a:ext cx="50292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4739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469392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Nombrar cada frame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5059680"/>
            <a:ext cx="10241280" cy="1203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el paso del user flow al que corresponde, para mantener la trazabilidad.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VIENE DESPUÉS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50292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46304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no se decide todavía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828800"/>
            <a:ext cx="10241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Fuentes, colores y espaciado exacto son decisiones de la Órbita 2.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931920"/>
            <a:ext cx="50292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388620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Prototipo navegable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4251960"/>
            <a:ext cx="10241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Wireframes conectados con interacciones básicas, testeado con Lyssna.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934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TE LLEVAS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737360"/>
            <a:ext cx="110642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wireframe traduce el flujo en pantallas sin decisiones visuales. El prototipo valida que el camino funciona antes de invertir en diseño visual.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2026-09-22T16:30:46Z</dcterms:created>
  <dcterms:modified xsi:type="dcterms:W3CDTF">2026-09-22T16:30:46Z</dcterms:modified>
</cp:coreProperties>
</file>