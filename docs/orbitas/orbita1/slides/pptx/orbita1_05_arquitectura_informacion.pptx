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05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APARTADO 5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1064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la información y sitemap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7D5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contiene el producto, cómo está agrupado y cómo se llama cada cosa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Órbita 1 · Conocer a las personas · Diseño de Interfaces Web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Y EN QUÉ ORDEN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de la información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organizas y nombras el contenido para que se pueda encontrar.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124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0784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Sitemap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44424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representación visual: diagrama jerárquico de pantallas y relaciones.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4739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46939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importa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059680"/>
            <a:ext cx="10241280" cy="1203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las personas, después los flujos, y solo entonces la arquitectura.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 SEGÚN EL USUARIO, NO EL SISTEMA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error habitual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por la lógica interna del sistema o del negocio.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sorting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4-5 participantes agrupan y nombran el contenido. Lo que se repite marca la estructura.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AMPLITUD FRENTE A PROFUNDIDAD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Amplitud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288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Muchas opciones en el primer nivel: todo a pocos clics, pero puede abrumar.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solidFill>
            <a:srgbClr val="E9345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931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3886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Profundidad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25196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Pocas opciones iniciales, más niveles. Regla práctica: tareas críticas en 3 niveles o menos.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3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05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LLEVAS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1064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BFB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sitemap se cierra el conjunto de artefactos de la órbita: brief, personas, user flows y sitemap.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2026-09-22T16:34:56Z</dcterms:created>
  <dcterms:modified xsi:type="dcterms:W3CDTF">2026-09-22T16:34:56Z</dcterms:modified>
</cp:coreProperties>
</file>