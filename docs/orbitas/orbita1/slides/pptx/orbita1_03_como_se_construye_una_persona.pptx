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4050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2834640" cy="502920"/>
          </a:xfrm>
          <a:prstGeom prst="rect">
            <a:avLst/>
          </a:prstGeom>
          <a:solidFill>
            <a:srgbClr val="E93456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548640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405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ÓRBITA 1 · APARTADO 3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194560"/>
            <a:ext cx="110642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BFB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Cómo se construye una persona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420624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7D5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Cuatro pasos. El riesgo en cada uno es el mismo: atajar con suposiciones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3093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FCF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Órbita 1 · Conocer a las personas · Diseño de Interfaces Web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405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 CUATRO PASOS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508760"/>
            <a:ext cx="502920" cy="502920"/>
          </a:xfrm>
          <a:prstGeom prst="rect">
            <a:avLst/>
          </a:prstGeom>
          <a:solidFill>
            <a:srgbClr val="E9345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15087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BFB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1280160" y="1463040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405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Define qué quieres entender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828800"/>
            <a:ext cx="1024128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Preguntas de contexto, comportamiento y fricción.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2720340"/>
            <a:ext cx="502920" cy="502920"/>
          </a:xfrm>
          <a:prstGeom prst="rect">
            <a:avLst/>
          </a:prstGeom>
          <a:solidFill>
            <a:srgbClr val="E9345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27203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BFB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1280160" y="2674620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405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Recoge datos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3040380"/>
            <a:ext cx="1024128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Encuestas con Tally, entrevistas abiertas, test de 5 segundos con Lyssna.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3931920"/>
            <a:ext cx="502920" cy="502920"/>
          </a:xfrm>
          <a:prstGeom prst="rect">
            <a:avLst/>
          </a:prstGeom>
          <a:solidFill>
            <a:srgbClr val="E9345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48640" y="39319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BFB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1280160" y="3886200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405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Sintetiza los hallazgos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280160" y="4251960"/>
            <a:ext cx="1024128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Affinity mapping: agrupar por afinidad, sin forzar categorías propias.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48640" y="5143500"/>
            <a:ext cx="502920" cy="502920"/>
          </a:xfrm>
          <a:prstGeom prst="rect">
            <a:avLst/>
          </a:prstGeom>
          <a:solidFill>
            <a:srgbClr val="E9345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48640" y="51435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BFB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1280160" y="5097780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405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Redacta la ficha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280160" y="5463540"/>
            <a:ext cx="1024128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Nombre, cita, contexto de uso, objetivos y frustraciones.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B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405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ÉTICA DE LA INVESTIGACIÓN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508760"/>
            <a:ext cx="502920" cy="502920"/>
          </a:xfrm>
          <a:prstGeom prst="rect">
            <a:avLst/>
          </a:prstGeom>
          <a:solidFill>
            <a:srgbClr val="E9345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15087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BFB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1280160" y="1463040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405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Consentimiento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828800"/>
            <a:ext cx="102412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persona sabe para qué se van a usar sus respuestas y lo acepta.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3931920"/>
            <a:ext cx="502920" cy="502920"/>
          </a:xfrm>
          <a:prstGeom prst="rect">
            <a:avLst/>
          </a:prstGeom>
          <a:solidFill>
            <a:srgbClr val="E9345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39319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BFB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1280160" y="3886200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405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Anonimización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4251960"/>
            <a:ext cx="102412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 que interesa son los patrones, no las identidades.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405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FICHA DE LA PERSONA CON DIVERSIDAD FUNCIONAL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508760"/>
            <a:ext cx="502920" cy="502920"/>
          </a:xfrm>
          <a:prstGeom prst="rect">
            <a:avLst/>
          </a:prstGeom>
          <a:solidFill>
            <a:srgbClr val="E9345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15087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BFB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1280160" y="1463040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405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Tipo de diversidad funcional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828800"/>
            <a:ext cx="10241280" cy="1203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Visual, motora, cognitiva o auditiva.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3124200"/>
            <a:ext cx="502920" cy="502920"/>
          </a:xfrm>
          <a:prstGeom prst="rect">
            <a:avLst/>
          </a:prstGeom>
          <a:solidFill>
            <a:srgbClr val="E9345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3124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BFB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1280160" y="3078480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405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Tecnologías de apoyo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3444240"/>
            <a:ext cx="10241280" cy="1203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Lector de pantalla, navegación por teclado, control por voz.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4739640"/>
            <a:ext cx="502920" cy="502920"/>
          </a:xfrm>
          <a:prstGeom prst="rect">
            <a:avLst/>
          </a:prstGeom>
          <a:solidFill>
            <a:srgbClr val="E9345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48640" y="47396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BFB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1280160" y="4693920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405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Ajustes de sistema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280160" y="5059680"/>
            <a:ext cx="10241280" cy="1203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Contraste, tamaño de texto, tiempo de espera configurado.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9345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82296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405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 QUE TE LLEVAS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737360"/>
            <a:ext cx="1106424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FBFB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criterio de decisión siempre es tuyo. Si usas IA para sintetizar u organizar notas, se documenta en el CHANGELOG.md.</a:t>
            </a:r>
            <a:endParaRPr lang="en-US" sz="2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2026-09-22T16:34:56Z</dcterms:created>
  <dcterms:modified xsi:type="dcterms:W3CDTF">2026-09-22T16:34:56Z</dcterms:modified>
</cp:coreProperties>
</file>