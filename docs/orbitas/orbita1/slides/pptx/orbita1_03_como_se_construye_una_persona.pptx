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APARTADO 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construye una persona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E1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pasos. El riesgo en cada uno es el mismo: atajar con suposiciones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Conocer a las personas · Diseño de Interfaces Web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CUATRO PASOS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Define qué quieres entender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de contexto, comportamiento y fricción.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2034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203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6746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Recoge datos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04038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Encuestas con Tally, entrevistas abiertas, test de 5 segundos con Lyssna.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Sintetiza los hallazgos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25196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Affinity mapping: agrupar por afinidad, sin forzar categorías propias.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14350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1435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0977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Redacta la ficha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46354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Nombre, cita, contexto de uso, objetivos y frustraciones.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ÉTICA DE LA INVESTIGACIÓN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Consentimiento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persona sabe para qué se van a usar sus respuestas y lo acepta.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Anonimización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25196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interesa son los patrones, no las identidades.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FICHA DE LA PERSONA CON DIVERSIDAD FUNCIONAL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de diversidad funcional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Visual, motora, cognitiva o auditiva.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784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Tecnologías de apoyo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4424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Lector de pantalla, navegación por teclado, control por voz.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693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de sistema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05968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Contraste, tamaño de texto, tiempo de espera configurado.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3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LLEVAS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criterio de decisión siempre es tuyo. Si usas IA para sintetizar u organizar notas, se documenta en el CHANGELOG.md.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2026-09-22T16:30:46Z</dcterms:created>
  <dcterms:modified xsi:type="dcterms:W3CDTF">2026-09-22T16:30:46Z</dcterms:modified>
</cp:coreProperties>
</file>